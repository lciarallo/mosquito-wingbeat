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Oswald Medium"/>
      <p:regular r:id="rId12"/>
      <p:bold r:id="rId13"/>
    </p:embeddedFont>
    <p:embeddedFont>
      <p:font typeface="Oswald Light"/>
      <p:regular r:id="rId14"/>
      <p:bold r:id="rId15"/>
    </p:embeddedFont>
    <p:embeddedFont>
      <p:font typeface="Oswald"/>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OswaldMedium-bold.fntdata"/><Relationship Id="rId12" Type="http://schemas.openxmlformats.org/officeDocument/2006/relationships/font" Target="fonts/Oswald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Light-bold.fntdata"/><Relationship Id="rId14" Type="http://schemas.openxmlformats.org/officeDocument/2006/relationships/font" Target="fonts/OswaldLight-regular.fntdata"/><Relationship Id="rId17" Type="http://schemas.openxmlformats.org/officeDocument/2006/relationships/font" Target="fonts/Oswald-bold.fntdata"/><Relationship Id="rId16"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60a7bcbc7_0_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60a7bcb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60a7bcbc7_0_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60a7bcbc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60a4f8ed5_0_1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60a4f8ed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860a4f8ed5_0_1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860a4f8ed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860a4f8ed5_0_2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860a4f8ed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196133" y="744575"/>
            <a:ext cx="8520600" cy="205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pt-BR" sz="6800">
                <a:latin typeface="Oswald Medium"/>
                <a:ea typeface="Oswald Medium"/>
                <a:cs typeface="Oswald Medium"/>
                <a:sym typeface="Oswald Medium"/>
              </a:rPr>
              <a:t>T</a:t>
            </a:r>
            <a:r>
              <a:rPr lang="pt-BR" sz="6800">
                <a:latin typeface="Oswald Medium"/>
                <a:ea typeface="Oswald Medium"/>
                <a:cs typeface="Oswald Medium"/>
                <a:sym typeface="Oswald Medium"/>
              </a:rPr>
              <a:t>ítulo da</a:t>
            </a:r>
            <a:endParaRPr sz="6800">
              <a:latin typeface="Oswald Medium"/>
              <a:ea typeface="Oswald Medium"/>
              <a:cs typeface="Oswald Medium"/>
              <a:sym typeface="Oswald Medium"/>
            </a:endParaRPr>
          </a:p>
          <a:p>
            <a:pPr indent="0" lvl="0" marL="0" rtl="0" algn="l">
              <a:spcBef>
                <a:spcPts val="0"/>
              </a:spcBef>
              <a:spcAft>
                <a:spcPts val="0"/>
              </a:spcAft>
              <a:buNone/>
            </a:pPr>
            <a:r>
              <a:rPr lang="pt-BR" sz="6800">
                <a:latin typeface="Oswald Medium"/>
                <a:ea typeface="Oswald Medium"/>
                <a:cs typeface="Oswald Medium"/>
                <a:sym typeface="Oswald Medium"/>
              </a:rPr>
              <a:t>apresentação</a:t>
            </a:r>
            <a:endParaRPr sz="6800">
              <a:latin typeface="Oswald Medium"/>
              <a:ea typeface="Oswald Medium"/>
              <a:cs typeface="Oswald Medium"/>
              <a:sym typeface="Oswald Medium"/>
            </a:endParaRPr>
          </a:p>
        </p:txBody>
      </p:sp>
      <p:sp>
        <p:nvSpPr>
          <p:cNvPr id="55" name="Google Shape;55;p13"/>
          <p:cNvSpPr txBox="1"/>
          <p:nvPr>
            <p:ph idx="1" type="subTitle"/>
          </p:nvPr>
        </p:nvSpPr>
        <p:spPr>
          <a:xfrm>
            <a:off x="196125" y="3261788"/>
            <a:ext cx="51915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sz="3100">
                <a:solidFill>
                  <a:schemeClr val="dk1"/>
                </a:solidFill>
                <a:latin typeface="Oswald"/>
                <a:ea typeface="Oswald"/>
                <a:cs typeface="Oswald"/>
                <a:sym typeface="Oswald"/>
              </a:rPr>
              <a:t>Subt</a:t>
            </a:r>
            <a:r>
              <a:rPr lang="pt-BR" sz="3100">
                <a:solidFill>
                  <a:schemeClr val="dk1"/>
                </a:solidFill>
                <a:latin typeface="Oswald"/>
                <a:ea typeface="Oswald"/>
                <a:cs typeface="Oswald"/>
                <a:sym typeface="Oswald"/>
              </a:rPr>
              <a:t>ítulo opcional</a:t>
            </a:r>
            <a:endParaRPr sz="3100">
              <a:solidFill>
                <a:schemeClr val="dk1"/>
              </a:solidFill>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ph type="ctrTitle"/>
          </p:nvPr>
        </p:nvSpPr>
        <p:spPr>
          <a:xfrm>
            <a:off x="196133" y="744575"/>
            <a:ext cx="8520600" cy="205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pt-BR" sz="6800">
                <a:latin typeface="Oswald Medium"/>
                <a:ea typeface="Oswald Medium"/>
                <a:cs typeface="Oswald Medium"/>
                <a:sym typeface="Oswald Medium"/>
              </a:rPr>
              <a:t>Título da</a:t>
            </a:r>
            <a:endParaRPr sz="6800">
              <a:latin typeface="Oswald Medium"/>
              <a:ea typeface="Oswald Medium"/>
              <a:cs typeface="Oswald Medium"/>
              <a:sym typeface="Oswald Medium"/>
            </a:endParaRPr>
          </a:p>
          <a:p>
            <a:pPr indent="0" lvl="0" marL="0" rtl="0" algn="l">
              <a:spcBef>
                <a:spcPts val="0"/>
              </a:spcBef>
              <a:spcAft>
                <a:spcPts val="0"/>
              </a:spcAft>
              <a:buNone/>
            </a:pPr>
            <a:r>
              <a:rPr lang="pt-BR" sz="6800">
                <a:latin typeface="Oswald Medium"/>
                <a:ea typeface="Oswald Medium"/>
                <a:cs typeface="Oswald Medium"/>
                <a:sym typeface="Oswald Medium"/>
              </a:rPr>
              <a:t>apresentação</a:t>
            </a:r>
            <a:endParaRPr sz="6800">
              <a:latin typeface="Oswald Medium"/>
              <a:ea typeface="Oswald Medium"/>
              <a:cs typeface="Oswald Medium"/>
              <a:sym typeface="Oswald Medium"/>
            </a:endParaRPr>
          </a:p>
        </p:txBody>
      </p:sp>
      <p:sp>
        <p:nvSpPr>
          <p:cNvPr id="61" name="Google Shape;61;p14"/>
          <p:cNvSpPr txBox="1"/>
          <p:nvPr>
            <p:ph idx="1" type="subTitle"/>
          </p:nvPr>
        </p:nvSpPr>
        <p:spPr>
          <a:xfrm>
            <a:off x="196125" y="3261788"/>
            <a:ext cx="51915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sz="3100">
                <a:solidFill>
                  <a:schemeClr val="dk1"/>
                </a:solidFill>
                <a:latin typeface="Oswald"/>
                <a:ea typeface="Oswald"/>
                <a:cs typeface="Oswald"/>
                <a:sym typeface="Oswald"/>
              </a:rPr>
              <a:t>Subtítulo opcional</a:t>
            </a:r>
            <a:endParaRPr sz="3100">
              <a:solidFill>
                <a:schemeClr val="dk1"/>
              </a:solidFill>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ph type="ctrTitle"/>
          </p:nvPr>
        </p:nvSpPr>
        <p:spPr>
          <a:xfrm>
            <a:off x="196133" y="744575"/>
            <a:ext cx="8520600" cy="205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pt-BR" sz="6800">
                <a:latin typeface="Oswald Medium"/>
                <a:ea typeface="Oswald Medium"/>
                <a:cs typeface="Oswald Medium"/>
                <a:sym typeface="Oswald Medium"/>
              </a:rPr>
              <a:t>Título da</a:t>
            </a:r>
            <a:endParaRPr sz="6800">
              <a:latin typeface="Oswald Medium"/>
              <a:ea typeface="Oswald Medium"/>
              <a:cs typeface="Oswald Medium"/>
              <a:sym typeface="Oswald Medium"/>
            </a:endParaRPr>
          </a:p>
          <a:p>
            <a:pPr indent="0" lvl="0" marL="0" rtl="0" algn="l">
              <a:spcBef>
                <a:spcPts val="0"/>
              </a:spcBef>
              <a:spcAft>
                <a:spcPts val="0"/>
              </a:spcAft>
              <a:buNone/>
            </a:pPr>
            <a:r>
              <a:rPr lang="pt-BR" sz="6800">
                <a:latin typeface="Oswald Medium"/>
                <a:ea typeface="Oswald Medium"/>
                <a:cs typeface="Oswald Medium"/>
                <a:sym typeface="Oswald Medium"/>
              </a:rPr>
              <a:t>apresentação</a:t>
            </a:r>
            <a:endParaRPr sz="6800">
              <a:latin typeface="Oswald Medium"/>
              <a:ea typeface="Oswald Medium"/>
              <a:cs typeface="Oswald Medium"/>
              <a:sym typeface="Oswald Medium"/>
            </a:endParaRPr>
          </a:p>
        </p:txBody>
      </p:sp>
      <p:sp>
        <p:nvSpPr>
          <p:cNvPr id="67" name="Google Shape;67;p15"/>
          <p:cNvSpPr txBox="1"/>
          <p:nvPr>
            <p:ph idx="1" type="subTitle"/>
          </p:nvPr>
        </p:nvSpPr>
        <p:spPr>
          <a:xfrm>
            <a:off x="196125" y="3261788"/>
            <a:ext cx="51915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sz="3100">
                <a:solidFill>
                  <a:schemeClr val="dk1"/>
                </a:solidFill>
                <a:latin typeface="Oswald"/>
                <a:ea typeface="Oswald"/>
                <a:cs typeface="Oswald"/>
                <a:sym typeface="Oswald"/>
              </a:rPr>
              <a:t>Subtítulo opcional</a:t>
            </a:r>
            <a:endParaRPr sz="3100">
              <a:solidFill>
                <a:schemeClr val="dk1"/>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ph idx="1" type="subTitle"/>
          </p:nvPr>
        </p:nvSpPr>
        <p:spPr>
          <a:xfrm>
            <a:off x="311700" y="256594"/>
            <a:ext cx="7148700" cy="4623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pt-BR" sz="3100">
                <a:solidFill>
                  <a:schemeClr val="dk1"/>
                </a:solidFill>
                <a:latin typeface="Oswald"/>
                <a:ea typeface="Oswald"/>
                <a:cs typeface="Oswald"/>
                <a:sym typeface="Oswald"/>
              </a:rPr>
              <a:t>Título</a:t>
            </a:r>
            <a:endParaRPr sz="3100">
              <a:solidFill>
                <a:schemeClr val="dk1"/>
              </a:solidFill>
              <a:latin typeface="Oswald"/>
              <a:ea typeface="Oswald"/>
              <a:cs typeface="Oswald"/>
              <a:sym typeface="Oswald"/>
            </a:endParaRPr>
          </a:p>
          <a:p>
            <a:pPr indent="0" lvl="0" marL="0" rtl="0" algn="l">
              <a:spcBef>
                <a:spcPts val="0"/>
              </a:spcBef>
              <a:spcAft>
                <a:spcPts val="0"/>
              </a:spcAft>
              <a:buNone/>
            </a:pPr>
            <a:r>
              <a:t/>
            </a:r>
            <a:endParaRPr sz="2000">
              <a:solidFill>
                <a:schemeClr val="dk1"/>
              </a:solidFill>
              <a:latin typeface="Oswald"/>
              <a:ea typeface="Oswald"/>
              <a:cs typeface="Oswald"/>
              <a:sym typeface="Oswald"/>
            </a:endParaRPr>
          </a:p>
          <a:p>
            <a:pPr indent="0" lvl="0" marL="0" rtl="0" algn="l">
              <a:spcBef>
                <a:spcPts val="0"/>
              </a:spcBef>
              <a:spcAft>
                <a:spcPts val="0"/>
              </a:spcAft>
              <a:buNone/>
            </a:pPr>
            <a:r>
              <a:rPr lang="pt-BR" sz="2150">
                <a:solidFill>
                  <a:schemeClr val="dk1"/>
                </a:solidFill>
                <a:highlight>
                  <a:srgbClr val="FFFFFF"/>
                </a:highlight>
                <a:latin typeface="Oswald Light"/>
                <a:ea typeface="Oswald Light"/>
                <a:cs typeface="Oswald Light"/>
                <a:sym typeface="Oswald Light"/>
              </a:rPr>
              <a:t>Lorem ipsum dolor sit amet, consectetur adipiscing elit. Nunc et risus diam. Suspendisse at scelerisque velit. Quisque dui erat, semper ac mi rutrum, ornare sagittis justo. Nullam vel enim quis ligula euismod placerat consequat vel leo. Interdum et malesuada fames ac ante ipsum primis in faucibus. </a:t>
            </a:r>
            <a:endParaRPr sz="2150">
              <a:solidFill>
                <a:schemeClr val="dk1"/>
              </a:solidFill>
              <a:highlight>
                <a:srgbClr val="FFFFFF"/>
              </a:highlight>
              <a:latin typeface="Oswald Light"/>
              <a:ea typeface="Oswald Light"/>
              <a:cs typeface="Oswald Light"/>
              <a:sym typeface="Oswald Light"/>
            </a:endParaRPr>
          </a:p>
          <a:p>
            <a:pPr indent="0" lvl="0" marL="0" rtl="0" algn="l">
              <a:spcBef>
                <a:spcPts val="0"/>
              </a:spcBef>
              <a:spcAft>
                <a:spcPts val="0"/>
              </a:spcAft>
              <a:buNone/>
            </a:pPr>
            <a:r>
              <a:t/>
            </a:r>
            <a:endParaRPr sz="2150">
              <a:solidFill>
                <a:schemeClr val="dk1"/>
              </a:solidFill>
              <a:highlight>
                <a:srgbClr val="FFFFFF"/>
              </a:highlight>
              <a:latin typeface="Oswald Light"/>
              <a:ea typeface="Oswald Light"/>
              <a:cs typeface="Oswald Light"/>
              <a:sym typeface="Oswald Light"/>
            </a:endParaRPr>
          </a:p>
          <a:p>
            <a:pPr indent="0" lvl="0" marL="0" rtl="0" algn="l">
              <a:spcBef>
                <a:spcPts val="0"/>
              </a:spcBef>
              <a:spcAft>
                <a:spcPts val="0"/>
              </a:spcAft>
              <a:buNone/>
            </a:pPr>
            <a:r>
              <a:rPr lang="pt-BR" sz="2150">
                <a:solidFill>
                  <a:schemeClr val="dk1"/>
                </a:solidFill>
                <a:highlight>
                  <a:srgbClr val="FFFFFF"/>
                </a:highlight>
                <a:latin typeface="Oswald Light"/>
                <a:ea typeface="Oswald Light"/>
                <a:cs typeface="Oswald Light"/>
                <a:sym typeface="Oswald Light"/>
              </a:rPr>
              <a:t>Quisque sagittis mattis arcu, eget laoreet massa tincidunt sit amet. Nulla facilisi. Sed vestibulum urna a orci interdum, sit amet posuere magna placerat. Nunc justo tortor, volutpat et, rhoncus tincidunt erat</a:t>
            </a:r>
            <a:r>
              <a:rPr lang="pt-BR" sz="1850">
                <a:solidFill>
                  <a:schemeClr val="dk1"/>
                </a:solidFill>
                <a:highlight>
                  <a:srgbClr val="FFFFFF"/>
                </a:highlight>
                <a:latin typeface="Oswald Light"/>
                <a:ea typeface="Oswald Light"/>
                <a:cs typeface="Oswald Light"/>
                <a:sym typeface="Oswald Light"/>
              </a:rPr>
              <a:t>.</a:t>
            </a:r>
            <a:endParaRPr sz="1850">
              <a:solidFill>
                <a:schemeClr val="dk1"/>
              </a:solidFill>
              <a:highlight>
                <a:srgbClr val="FFFFFF"/>
              </a:highlight>
              <a:latin typeface="Oswald Light"/>
              <a:ea typeface="Oswald Light"/>
              <a:cs typeface="Oswald Light"/>
              <a:sym typeface="Oswald Light"/>
            </a:endParaRPr>
          </a:p>
          <a:p>
            <a:pPr indent="0" lvl="0" marL="0" rtl="0" algn="l">
              <a:spcBef>
                <a:spcPts val="0"/>
              </a:spcBef>
              <a:spcAft>
                <a:spcPts val="0"/>
              </a:spcAft>
              <a:buNone/>
            </a:pPr>
            <a:r>
              <a:t/>
            </a:r>
            <a:endParaRPr sz="1850">
              <a:solidFill>
                <a:schemeClr val="dk1"/>
              </a:solidFill>
              <a:highlight>
                <a:srgbClr val="FFFFFF"/>
              </a:highlight>
              <a:latin typeface="Oswald Light"/>
              <a:ea typeface="Oswald Light"/>
              <a:cs typeface="Oswald Light"/>
              <a:sym typeface="Oswald Light"/>
            </a:endParaRPr>
          </a:p>
          <a:p>
            <a:pPr indent="0" lvl="0" marL="0" rtl="0" algn="l">
              <a:spcBef>
                <a:spcPts val="0"/>
              </a:spcBef>
              <a:spcAft>
                <a:spcPts val="0"/>
              </a:spcAft>
              <a:buClr>
                <a:schemeClr val="dk1"/>
              </a:buClr>
              <a:buSzPts val="1100"/>
              <a:buFont typeface="Arial"/>
              <a:buNone/>
            </a:pPr>
            <a:r>
              <a:rPr lang="pt-BR" sz="2150">
                <a:solidFill>
                  <a:schemeClr val="dk1"/>
                </a:solidFill>
                <a:highlight>
                  <a:srgbClr val="FFFFFF"/>
                </a:highlight>
                <a:latin typeface="Oswald Light"/>
                <a:ea typeface="Oswald Light"/>
                <a:cs typeface="Oswald Light"/>
                <a:sym typeface="Oswald Light"/>
              </a:rPr>
              <a:t>Lorem ipsum dolor sit amet, consectetur adipiscing elit. Nunc et risus diam. Suspendisse at scelerisque velit. Quisque dui erat, semper ac mi rutrum, ornare sagittis justo</a:t>
            </a:r>
            <a:endParaRPr sz="1850">
              <a:solidFill>
                <a:schemeClr val="dk1"/>
              </a:solidFill>
              <a:highlight>
                <a:srgbClr val="FFFFFF"/>
              </a:highlight>
              <a:latin typeface="Oswald Light"/>
              <a:ea typeface="Oswald Light"/>
              <a:cs typeface="Oswald Light"/>
              <a:sym typeface="Oswald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7"/>
          <p:cNvSpPr txBox="1"/>
          <p:nvPr>
            <p:ph idx="1" type="subTitle"/>
          </p:nvPr>
        </p:nvSpPr>
        <p:spPr>
          <a:xfrm>
            <a:off x="311700" y="256594"/>
            <a:ext cx="7148700" cy="4623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pt-BR" sz="3100">
                <a:solidFill>
                  <a:schemeClr val="dk1"/>
                </a:solidFill>
                <a:latin typeface="Oswald"/>
                <a:ea typeface="Oswald"/>
                <a:cs typeface="Oswald"/>
                <a:sym typeface="Oswald"/>
              </a:rPr>
              <a:t>Título</a:t>
            </a:r>
            <a:endParaRPr sz="3100">
              <a:solidFill>
                <a:schemeClr val="dk1"/>
              </a:solidFill>
              <a:latin typeface="Oswald"/>
              <a:ea typeface="Oswald"/>
              <a:cs typeface="Oswald"/>
              <a:sym typeface="Oswald"/>
            </a:endParaRPr>
          </a:p>
          <a:p>
            <a:pPr indent="0" lvl="0" marL="0" rtl="0" algn="l">
              <a:spcBef>
                <a:spcPts val="0"/>
              </a:spcBef>
              <a:spcAft>
                <a:spcPts val="0"/>
              </a:spcAft>
              <a:buNone/>
            </a:pPr>
            <a:r>
              <a:t/>
            </a:r>
            <a:endParaRPr sz="2000">
              <a:solidFill>
                <a:schemeClr val="dk1"/>
              </a:solidFill>
              <a:latin typeface="Oswald"/>
              <a:ea typeface="Oswald"/>
              <a:cs typeface="Oswald"/>
              <a:sym typeface="Oswald"/>
            </a:endParaRPr>
          </a:p>
          <a:p>
            <a:pPr indent="0" lvl="0" marL="0" rtl="0" algn="l">
              <a:spcBef>
                <a:spcPts val="0"/>
              </a:spcBef>
              <a:spcAft>
                <a:spcPts val="0"/>
              </a:spcAft>
              <a:buNone/>
            </a:pPr>
            <a:r>
              <a:rPr lang="pt-BR" sz="2150">
                <a:solidFill>
                  <a:schemeClr val="dk1"/>
                </a:solidFill>
                <a:latin typeface="Oswald Light"/>
                <a:ea typeface="Oswald Light"/>
                <a:cs typeface="Oswald Light"/>
                <a:sym typeface="Oswald Light"/>
              </a:rPr>
              <a:t>Lorem ipsum dolor sit amet, consectetur adipiscing elit. Nunc et risus diam. Suspendisse at scelerisque velit. Quisque dui erat, semper ac mi rutrum, ornare sagittis justo. Nullam vel enim quis ligula euismod placerat consequat vel leo. Interdum et malesuada fames ac ante ipsum primis in faucibus. </a:t>
            </a:r>
            <a:endParaRPr sz="2150">
              <a:solidFill>
                <a:schemeClr val="dk1"/>
              </a:solidFill>
              <a:latin typeface="Oswald Light"/>
              <a:ea typeface="Oswald Light"/>
              <a:cs typeface="Oswald Light"/>
              <a:sym typeface="Oswald Light"/>
            </a:endParaRPr>
          </a:p>
          <a:p>
            <a:pPr indent="0" lvl="0" marL="0" rtl="0" algn="l">
              <a:spcBef>
                <a:spcPts val="0"/>
              </a:spcBef>
              <a:spcAft>
                <a:spcPts val="0"/>
              </a:spcAft>
              <a:buNone/>
            </a:pPr>
            <a:r>
              <a:t/>
            </a:r>
            <a:endParaRPr sz="2150">
              <a:solidFill>
                <a:schemeClr val="dk1"/>
              </a:solidFill>
              <a:latin typeface="Oswald Light"/>
              <a:ea typeface="Oswald Light"/>
              <a:cs typeface="Oswald Light"/>
              <a:sym typeface="Oswald Light"/>
            </a:endParaRPr>
          </a:p>
          <a:p>
            <a:pPr indent="0" lvl="0" marL="0" rtl="0" algn="l">
              <a:spcBef>
                <a:spcPts val="0"/>
              </a:spcBef>
              <a:spcAft>
                <a:spcPts val="0"/>
              </a:spcAft>
              <a:buNone/>
            </a:pPr>
            <a:r>
              <a:rPr lang="pt-BR" sz="2150">
                <a:solidFill>
                  <a:schemeClr val="dk1"/>
                </a:solidFill>
                <a:latin typeface="Oswald Light"/>
                <a:ea typeface="Oswald Light"/>
                <a:cs typeface="Oswald Light"/>
                <a:sym typeface="Oswald Light"/>
              </a:rPr>
              <a:t>Quisque sagittis mattis arcu, eget laoreet massa tincidunt sit amet. Nulla facilisi. Sed vestibulum urna a orci interdum, sit amet posuere magna placerat. Nunc justo tortor, volutpat et, rhoncus tincidunt erat</a:t>
            </a:r>
            <a:r>
              <a:rPr lang="pt-BR" sz="1850">
                <a:solidFill>
                  <a:schemeClr val="dk1"/>
                </a:solidFill>
                <a:latin typeface="Oswald Light"/>
                <a:ea typeface="Oswald Light"/>
                <a:cs typeface="Oswald Light"/>
                <a:sym typeface="Oswald Light"/>
              </a:rPr>
              <a:t>.</a:t>
            </a:r>
            <a:endParaRPr sz="1850">
              <a:solidFill>
                <a:schemeClr val="dk1"/>
              </a:solidFill>
              <a:latin typeface="Oswald Light"/>
              <a:ea typeface="Oswald Light"/>
              <a:cs typeface="Oswald Light"/>
              <a:sym typeface="Oswald Light"/>
            </a:endParaRPr>
          </a:p>
          <a:p>
            <a:pPr indent="0" lvl="0" marL="0" rtl="0" algn="l">
              <a:spcBef>
                <a:spcPts val="0"/>
              </a:spcBef>
              <a:spcAft>
                <a:spcPts val="0"/>
              </a:spcAft>
              <a:buNone/>
            </a:pPr>
            <a:r>
              <a:t/>
            </a:r>
            <a:endParaRPr sz="1850">
              <a:solidFill>
                <a:schemeClr val="dk1"/>
              </a:solidFill>
              <a:latin typeface="Oswald Light"/>
              <a:ea typeface="Oswald Light"/>
              <a:cs typeface="Oswald Light"/>
              <a:sym typeface="Oswald Light"/>
            </a:endParaRPr>
          </a:p>
          <a:p>
            <a:pPr indent="0" lvl="0" marL="0" rtl="0" algn="l">
              <a:spcBef>
                <a:spcPts val="0"/>
              </a:spcBef>
              <a:spcAft>
                <a:spcPts val="0"/>
              </a:spcAft>
              <a:buNone/>
            </a:pPr>
            <a:r>
              <a:rPr lang="pt-BR" sz="2150">
                <a:solidFill>
                  <a:schemeClr val="dk1"/>
                </a:solidFill>
                <a:latin typeface="Oswald Light"/>
                <a:ea typeface="Oswald Light"/>
                <a:cs typeface="Oswald Light"/>
                <a:sym typeface="Oswald Light"/>
              </a:rPr>
              <a:t>Lorem ipsum dolor sit amet, consectetur adipiscing elit. Nunc et risus diam. Suspendisse at scelerisque velit. Quisque dui erat, semper ac mi rutrum, ornare sagittis justo</a:t>
            </a:r>
            <a:endParaRPr sz="1850">
              <a:solidFill>
                <a:schemeClr val="dk1"/>
              </a:solidFill>
              <a:latin typeface="Oswald Light"/>
              <a:ea typeface="Oswald Light"/>
              <a:cs typeface="Oswald Light"/>
              <a:sym typeface="Oswald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18"/>
          <p:cNvSpPr txBox="1"/>
          <p:nvPr>
            <p:ph idx="1" type="subTitle"/>
          </p:nvPr>
        </p:nvSpPr>
        <p:spPr>
          <a:xfrm>
            <a:off x="311700" y="256594"/>
            <a:ext cx="7148700" cy="4623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pt-BR" sz="3100">
                <a:solidFill>
                  <a:schemeClr val="dk1"/>
                </a:solidFill>
                <a:latin typeface="Oswald"/>
                <a:ea typeface="Oswald"/>
                <a:cs typeface="Oswald"/>
                <a:sym typeface="Oswald"/>
              </a:rPr>
              <a:t>Título</a:t>
            </a:r>
            <a:endParaRPr sz="3100">
              <a:solidFill>
                <a:schemeClr val="dk1"/>
              </a:solidFill>
              <a:latin typeface="Oswald"/>
              <a:ea typeface="Oswald"/>
              <a:cs typeface="Oswald"/>
              <a:sym typeface="Oswald"/>
            </a:endParaRPr>
          </a:p>
          <a:p>
            <a:pPr indent="0" lvl="0" marL="0" rtl="0" algn="l">
              <a:spcBef>
                <a:spcPts val="0"/>
              </a:spcBef>
              <a:spcAft>
                <a:spcPts val="0"/>
              </a:spcAft>
              <a:buNone/>
            </a:pPr>
            <a:r>
              <a:t/>
            </a:r>
            <a:endParaRPr sz="2000">
              <a:solidFill>
                <a:schemeClr val="dk1"/>
              </a:solidFill>
              <a:latin typeface="Oswald"/>
              <a:ea typeface="Oswald"/>
              <a:cs typeface="Oswald"/>
              <a:sym typeface="Oswald"/>
            </a:endParaRPr>
          </a:p>
          <a:p>
            <a:pPr indent="0" lvl="0" marL="0" rtl="0" algn="l">
              <a:spcBef>
                <a:spcPts val="0"/>
              </a:spcBef>
              <a:spcAft>
                <a:spcPts val="0"/>
              </a:spcAft>
              <a:buNone/>
            </a:pPr>
            <a:r>
              <a:rPr lang="pt-BR" sz="2150">
                <a:solidFill>
                  <a:schemeClr val="dk1"/>
                </a:solidFill>
                <a:latin typeface="Oswald Light"/>
                <a:ea typeface="Oswald Light"/>
                <a:cs typeface="Oswald Light"/>
                <a:sym typeface="Oswald Light"/>
              </a:rPr>
              <a:t>Lorem ipsum dolor sit amet, consectetur adipiscing elit. Nunc et risus diam. Suspendisse at scelerisque velit. Quisque dui erat, semper ac mi rutrum, ornare sagittis justo. Nullam vel enim quis ligula euismod placerat consequat vel leo. Interdum et malesuada fames ac ante ipsum primis in faucibus. </a:t>
            </a:r>
            <a:endParaRPr sz="2150">
              <a:solidFill>
                <a:schemeClr val="dk1"/>
              </a:solidFill>
              <a:latin typeface="Oswald Light"/>
              <a:ea typeface="Oswald Light"/>
              <a:cs typeface="Oswald Light"/>
              <a:sym typeface="Oswald Light"/>
            </a:endParaRPr>
          </a:p>
          <a:p>
            <a:pPr indent="0" lvl="0" marL="0" rtl="0" algn="l">
              <a:spcBef>
                <a:spcPts val="0"/>
              </a:spcBef>
              <a:spcAft>
                <a:spcPts val="0"/>
              </a:spcAft>
              <a:buNone/>
            </a:pPr>
            <a:r>
              <a:t/>
            </a:r>
            <a:endParaRPr sz="2150">
              <a:solidFill>
                <a:schemeClr val="dk1"/>
              </a:solidFill>
              <a:latin typeface="Oswald Light"/>
              <a:ea typeface="Oswald Light"/>
              <a:cs typeface="Oswald Light"/>
              <a:sym typeface="Oswald Light"/>
            </a:endParaRPr>
          </a:p>
          <a:p>
            <a:pPr indent="0" lvl="0" marL="0" rtl="0" algn="l">
              <a:spcBef>
                <a:spcPts val="0"/>
              </a:spcBef>
              <a:spcAft>
                <a:spcPts val="0"/>
              </a:spcAft>
              <a:buNone/>
            </a:pPr>
            <a:r>
              <a:rPr lang="pt-BR" sz="2150">
                <a:solidFill>
                  <a:schemeClr val="dk1"/>
                </a:solidFill>
                <a:latin typeface="Oswald Light"/>
                <a:ea typeface="Oswald Light"/>
                <a:cs typeface="Oswald Light"/>
                <a:sym typeface="Oswald Light"/>
              </a:rPr>
              <a:t>Quisque sagittis mattis arcu, eget laoreet massa tincidunt sit amet. Nulla facilisi. Sed vestibulum urna a orci interdum, sit amet posuere magna placerat. Nunc justo tortor, volutpat et, rhoncus tincidunt erat</a:t>
            </a:r>
            <a:r>
              <a:rPr lang="pt-BR" sz="1850">
                <a:solidFill>
                  <a:schemeClr val="dk1"/>
                </a:solidFill>
                <a:latin typeface="Oswald Light"/>
                <a:ea typeface="Oswald Light"/>
                <a:cs typeface="Oswald Light"/>
                <a:sym typeface="Oswald Light"/>
              </a:rPr>
              <a:t>.</a:t>
            </a:r>
            <a:endParaRPr sz="1850">
              <a:solidFill>
                <a:schemeClr val="dk1"/>
              </a:solidFill>
              <a:latin typeface="Oswald Light"/>
              <a:ea typeface="Oswald Light"/>
              <a:cs typeface="Oswald Light"/>
              <a:sym typeface="Oswald Light"/>
            </a:endParaRPr>
          </a:p>
          <a:p>
            <a:pPr indent="0" lvl="0" marL="0" rtl="0" algn="l">
              <a:spcBef>
                <a:spcPts val="0"/>
              </a:spcBef>
              <a:spcAft>
                <a:spcPts val="0"/>
              </a:spcAft>
              <a:buNone/>
            </a:pPr>
            <a:r>
              <a:t/>
            </a:r>
            <a:endParaRPr sz="1850">
              <a:solidFill>
                <a:schemeClr val="dk1"/>
              </a:solidFill>
              <a:latin typeface="Oswald Light"/>
              <a:ea typeface="Oswald Light"/>
              <a:cs typeface="Oswald Light"/>
              <a:sym typeface="Oswald Light"/>
            </a:endParaRPr>
          </a:p>
          <a:p>
            <a:pPr indent="0" lvl="0" marL="0" rtl="0" algn="l">
              <a:spcBef>
                <a:spcPts val="0"/>
              </a:spcBef>
              <a:spcAft>
                <a:spcPts val="0"/>
              </a:spcAft>
              <a:buNone/>
            </a:pPr>
            <a:r>
              <a:rPr lang="pt-BR" sz="2150">
                <a:solidFill>
                  <a:schemeClr val="dk1"/>
                </a:solidFill>
                <a:latin typeface="Oswald Light"/>
                <a:ea typeface="Oswald Light"/>
                <a:cs typeface="Oswald Light"/>
                <a:sym typeface="Oswald Light"/>
              </a:rPr>
              <a:t>Lorem ipsum dolor sit amet, consectetur adipiscing elit. Nunc et risus diam. Suspendisse at scelerisque velit. Quisque dui erat, semper ac mi rutrum, ornare sagittis justo</a:t>
            </a:r>
            <a:endParaRPr sz="1850">
              <a:solidFill>
                <a:schemeClr val="dk1"/>
              </a:solidFill>
              <a:latin typeface="Oswald Light"/>
              <a:ea typeface="Oswald Light"/>
              <a:cs typeface="Oswald Light"/>
              <a:sym typeface="Oswald 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